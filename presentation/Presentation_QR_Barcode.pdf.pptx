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D47A1">
              <a:alpha val="40000"/>
            </a:srgbClr>
          </a:solidFill>
          <a:ln w="12700">
            <a:solidFill>
              <a:srgbClr val="0D47A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1976D2">
              <a:alpha val="50000"/>
            </a:srgbClr>
          </a:solidFill>
          <a:ln w="12700">
            <a:solidFill>
              <a:srgbClr val="1976D2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and Barcode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Module  |  Spring 2025–2026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University  |  Image Processing  |  Ismoil Rahimov  |  230514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0D47A1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10058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202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346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8346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Conclusion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490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37490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Q&amp;A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QR Codes &amp; Barcodes?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(Quick Response) — a 2D matrix barcode that stores data in a grid of black and white squares. Created by Denso Wave (Japan, 1994).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— a 1D optical label consisting of parallel lines encoding numbers and characters (EAN-13, Code 128, etc.).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decoded by cameras and optical scanners, enabling fast data retrieval without manual entry.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10058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0058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9202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9202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Ticketing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28346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28346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Logistics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37490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7490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Web links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digital image or live video — the system must: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 Locate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QR / barcodes in the scene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5448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 Decode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binary pattern → readable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17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 Visualise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bounding boxes + overlay decoded 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017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 Real-time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0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≥ 20 FPS on a standard CPU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12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cv2.imread()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VideoCapture()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642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14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14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QRCodeDetector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0D47A1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1628" y="120700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detectAndDecodeMulti()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646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18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18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polylines()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putText()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648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20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20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Save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cv2.QRCodeDetector().detectAndDecodeMulti(frame)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QR codes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background, upright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Rotated / skewed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45° tilt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photos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1280×720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lighting,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sourced from: self-generated QR codes (qr-code-generator.com) and real-world product photographs taken under varied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Library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CPU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(8th Gen)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Camera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webcam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 = cv2.QRCodeDetector()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ok, decoded, points, _ = detector.detectAndDecodeMulti(frame)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D47A1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 detected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(real-time)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~36ms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Decode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alarms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8412480" cy="178308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— 3 undetected images: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 motion blur (camera shake during capture)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small codes &lt; 40×40 pixels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occlusion of QR finder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QR Code &amp; Barcode Detection System with 94% accuracy and real-time 27 FPS performance — using only Python and OpenCV, no GPU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974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WeChatQRCode deep learning model for degraded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69748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6974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ZBar integration for 1-D barcodes (EAN-13, Code 128)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0332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 REST API deployment (FastAPI) for cloud scanning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7033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70332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 Database logging of scanned codes with timestamps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D47A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976D2">
              <a:alpha val="40000"/>
            </a:srgbClr>
          </a:solidFill>
          <a:ln w="12700">
            <a:solidFill>
              <a:srgbClr val="1976D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Ismoil Rahimov  |  ID: 230514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67588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Module: Image Processing — CAU Spring 2025–2026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0599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Stack: Python 3.10 · OpenCV 4.8 · NumPy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44398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94% accuracy · 27 FPS real-time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Code and Barcode Detection</dc:title>
  <dc:subject>PptxGenJS Presentation</dc:subject>
  <dc:creator>Ismoil Rahimov</dc:creator>
  <cp:lastModifiedBy>Ismoil Rahimov</cp:lastModifiedBy>
  <cp:revision>1</cp:revision>
  <dcterms:created xsi:type="dcterms:W3CDTF">2026-06-11T01:09:46Z</dcterms:created>
  <dcterms:modified xsi:type="dcterms:W3CDTF">2026-06-11T01:09:46Z</dcterms:modified>
</cp:coreProperties>
</file>